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6" r:id="rId17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顧問諮詢簡報 · CONSULTANT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175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94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以 EAP 平台 Hybrid RAG 為主、Gemini 為輔　·　冷數據 → 溫決策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POSITIONING · 冷數據 → 溫決策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把散落的財報，變成可信的溫決策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用 EAP 平台 Hybrid RAG，讓數字與說法都可回溯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27685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85416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81528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330098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209544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05656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32511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233672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直接生成數字，決策不能靠猜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2057400"/>
            <a:ext cx="3703320" cy="3639312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23317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我們的解方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971800"/>
            <a:ext cx="32004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 統一檢索＋計算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數字用公式算、可驗證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說法附出處、可回溯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冷數據 → 人人可用的溫決策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① · 資料來源與處理流程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資料來源與處理流程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結構化＋非結構化，全流程解析、清洗、匯入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資料來源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86000"/>
            <a:ext cx="4937760" cy="11887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587752"/>
            <a:ext cx="164592" cy="164592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248716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5292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公開資訊觀測站財報數字（資產／負債／EPS…）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39312"/>
            <a:ext cx="493776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950208"/>
            <a:ext cx="164592" cy="164592"/>
          </a:xfrm>
          <a:prstGeom prst="ellipse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384962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非結構化資料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224528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簡報 PDF → VLM 視覺解析成指標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法說會錄音 → STT 轉逐字稿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874519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處理流程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53328" y="2331720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取得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33172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PDF／錄音／公開財報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3017520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53328" y="306323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解析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06323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VLM 讀圖成指標、STT 轉文字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52160" y="3749039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379475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清洗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79475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切段、單位補全、標記累計／層級、術語對齊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52160" y="4480559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53328" y="452627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④ 匯入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52627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策展成唯一節點後匯入 EAP 圖譜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金控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84832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84832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84832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84832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期間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29584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29584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9584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1,176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9584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74336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74336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74336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74336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① · 資料清洗與治理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資料治理：從碎片到唯一節點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解析出來還不夠——要策展成 AI 檢索不會出錯的結構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盤點問題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211 個同名 ROE 節點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數值掛在關係上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策展正規化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公司｜期間｜指標 唯一命名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累計別／層級／單位入欄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清空重建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專案重設為空白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1,176 筆策展資料重匯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驗證通過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各期指標各自答對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單位涵蓋率 86%→97%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重建後圖譜 1,186 節點／2,352 關連。同一指標不同期各自正確，檢索不再跨期誤配——這是 RAG 答案品質的根本前提。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② · 系統技術架構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語意知識網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Semantic Knowledge Network：Graph（精準）＋ Vector（語意）雙軌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自動審核／分析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法規／問答諮詢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③ · 平台操作與介面構想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平台操作與介面構想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EAP 平台使用 ＋ 我們的網頁介面，兩層並呈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後台匯入資料、建立 Hybrid RAG 對話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知識圖譜重建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每指標唯一節點，修好跨期間誤答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網頁介面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呼叫 EAP Chat API，包成財報工具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交叉驗證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與本地不符自動標紅、一鍵取正解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一鍵切換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平台回答（主）↔ Gemini（輔）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57400"/>
            <a:ext cx="5577840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205740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90488" y="221284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221284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02552" y="221284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2130552"/>
            <a:ext cx="4297679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429000"/>
            <a:ext cx="48463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＋ 網頁介面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 EAP 平台／網頁截圖，或現場 Demo）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③ · QA 測試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溫決策：數字可驗證、說法有出處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計算驗證（GraphRAG）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公式驗證：自有資本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檢索驗證（EAP／VectorRAG）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發債計畫？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A：各子公司均向董事會申請發債額度，依市場狀況分批發行。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每則答案附出處，可回溯查證。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第二次諮詢重點 ① · 實際介接 API 的畫面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實際介接 EAP Hybrid RAG Chat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把平台能力包裝成真正能用的產品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使用者提問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網頁輸入問題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勾選 EAP 回答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呼叫 EAP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POST /assistant/chat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帶專案 ID 與金鑰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平台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VectorRAG＋GraphRAG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跨公司查詢自動拆解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回網頁呈現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Markdown 渲染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圖表由 Graph RAG 補上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可延伸性：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同一組 Hybrid RAG Chat API，換個前端就能介接到物流系統、旅遊 App、企業 IR 等不同應用提案。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第二次諮詢重點 ② · 最終技術與應用之架構圖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最終部署架構與市場成熟度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短時間串成能跑、能 Demo、能部署的系統——具市場成熟度。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第二次諮詢重點 ③ · 產品／應用介面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產品／應用介面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專為目標受眾設計的最終互動畫面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031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19" y="2359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52927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核心指標、分組、趨勢、AI 觀點總結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1031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1031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359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52927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億元對齊、標準比率對照、雙序列圖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033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7033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39593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45312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Hybrid RAG 對話、附圖、一鍵 Word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033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9593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資料來源／上傳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45312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收錄概況、逐字稿、PDF/錄音上傳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建議：此頁貼實機截圖＋紅框圈重點＋編號說明，或現場實機操作。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03120"/>
            <a:ext cx="146304" cy="173736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057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把冷數據變成可信的溫決策。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資料驗證完成 · 技術架構奠定 · 已上線可介接——朝商業落地邁進。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754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顧問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