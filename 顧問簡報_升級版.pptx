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切段、統一單位、標記累計、術語對齊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＋ Graph／Vector 索引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網頁介面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呼叫 EAP Chat API，包成好用的財報工具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四大功能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儀表板／跨機構／問答報告／資料來源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一鍵切換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平台回答（主）↔ Gemini（輔）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誠實標示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圖表註明來源，數字附驗證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每則答案附出處，可回溯查證。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Markdown 渲染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 Graph RAG 補上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對話、附圖、一鍵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