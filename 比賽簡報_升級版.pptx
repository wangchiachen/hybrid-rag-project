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05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2026 精誠資訊 AI 創新競賽 · 決賽簡報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63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404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為投資決策導航，讓每個財報數字都可信、可比、看得懂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　｜　林○○　余○○　魏○○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TEAM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團隊介紹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團隊成員、背景與分工（請填入實際內容）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943100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97380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19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分工：系統架構／後端 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53128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56148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53128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0428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73168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分工：前端網頁／資料視覺化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66175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569196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66175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0496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23476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86215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分工：資料處理／簡報 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問題定義 — 外部資訊落差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投研與 IR 每季重複耗時、易錯的真實痛點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220370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03120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80944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68680" y="3172968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72384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「手續費淨收益」vs「淨手續費收入」，同義卻配不起來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50208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8680" y="414223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041648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跨機構不能直接比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單位不同（百萬／十億／億），數字並排會誤導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19472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8680" y="511149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010912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直接生成數字，投資決策不能靠猜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2011680"/>
            <a:ext cx="3703320" cy="3803904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83879" y="228600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目標客戶（B2B）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880360"/>
            <a:ext cx="32004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COMPETITIVE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競品分析 — 為什麼只有我們行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傳統工具與一般 LLM 都解決不了「精準 ＋ 可信」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38328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傳統試算表／SQL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8932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一般 LLM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ChatGPT／Gemini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205740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2103120"/>
            <a:ext cx="295351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715768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2715768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精準計算財務數值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8328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純人工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易算錯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60" y="2715768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2715768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公式計算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374135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3374135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跨機構術語對齊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38328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做不到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8932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配不起來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3374135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95360" y="3374135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標準字典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032504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32504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中文語意檢索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8328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8932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8932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英文模型不準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0" y="4032504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95360" y="4032504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中文混合檢索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4690872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7240" y="4690872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防幻覺・可追溯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8328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無 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8932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8932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無來源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95360" y="4690872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95360" y="4690872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附公式／出處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534924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77240" y="5349240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法說會非結構化解析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8328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38328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無法處理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8932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98932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內容易失真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95360" y="534924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595360" y="5349240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STT＋切段索引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資料集介紹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為什麼選金控財報：公開、可比、痛點明確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60119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6187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財報簡報 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VLM 逐頁解析成指標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80060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0235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法說會錄音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STT 轉逐字稿 → 切段索引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64108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4283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公開資訊觀測站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財報數字（資產／負債／EPS）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金控機構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1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410711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10711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0711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期間季度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81344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81344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1,176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51976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951976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951976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313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中信 · 國泰 · 玉山 · 第一金控——皆公開資料、跨機構結構相近，最能凸顯「難以並排比較」的真實痛點。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 STRUCTURE · 語意知識網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資料結構設計 — Semantic Knowledge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Data：Graph（精準）＋ Vector（語意）雙軌並行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數值屬性（單位／累計）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 Word 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ARCHITECTURE · 技術應用深度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EAP Hybrid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核心＝EAP 平台 Hybrid RAG；Gemini 輔助解析與備援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自然語言提問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自動辨識公司／期間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AI Agent 路由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判斷該算數字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還是找說法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EAP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 語意檢索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GraphRAG 精準計算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整合一致答案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附數字驗證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＋趨勢圖／報告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核心：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Hybrid RAG（VectorRAG＋GraphRAG）</a:t>
            </a: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　｜　輔助：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Gemini（VLM／STT／備援 LLM）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69280"/>
            <a:ext cx="1090879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5769864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數值一律由 GraphRAG 以公式計算，不是 LLM 生成——可信、可驗證、可稽核。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RAG PIPELINE · 四階段自動化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Hybrid RAG 處理管線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一句問題，經四道工序變成可信答案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463039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改寫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Rewrite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補齊上下文與公司／期間背景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7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547872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370832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47872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對齊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Terminology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術語標準化（淨手續費收入＝手續費淨收益）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217919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55664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278624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55664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Routing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4264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意圖分流：撈 Graph 數據 或 Vector 說法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125711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363455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186415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63455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63455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63455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Generation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92055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融合雙軌證據，附公式與出處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對應到系統：Agent 路由 ＋ 標準比率字典 ＋ 中文關鍵字混合檢索 ＋ 公式驗證。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PROMPT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Prompt 設計 — 防幻覺、可稽核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讓 AI 只依證據回答，數字有公式、說法有出處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057400"/>
            <a:ext cx="109728" cy="1645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1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角色設定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財務分析助理：綜合解析結構化圖譜與非結構化法說會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2057400"/>
            <a:ext cx="109728" cy="16459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動態證據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注入 Hybrid RAG 撈到的『指標數據』與『法說會文本』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931920"/>
            <a:ext cx="109728" cy="1645920"/>
          </a:xfrm>
          <a:prstGeom prst="rect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1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嚴格約束 Constraint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只依證據回答、禁止編造；累計指標標記、須附來源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3931920"/>
            <a:ext cx="109728" cy="164592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5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標準化提問 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帶入經管線清洗後的問題（已改寫、術語對齊）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最高守則：100% 依檢索證據回答，嚴禁編造——這是能被投資決策採用的前提。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① · GraphRAG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精準計算，數字可信可驗證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LLM 直接產生的財務數字可能幻覺、算錯，投資決策不能靠猜。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公式計算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數值由 GraphRAG 以公式算出，非 LLM 生成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答案附「✓ 公式驗證」讓人放心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累計防呆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年初至今累計，跨季不亂比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變化率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QoQ／YoY 自動算，台灣慣例上紅下綠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② · 資料治理與跨機構對齊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把資料整乾淨，AI 才不會答錯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原始圖譜有 211 個同名 ROE 節點、數值掛在關係上，檢索常抓錯期間；各家術語與單位又不一致。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知識圖譜重建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每指標唯一節點（公司｜期間｜指標）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數值掛節點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不掛關係，結構上杜絕跨期誤配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語義欄位固化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累計別／層級／單位／可比性入欄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標準比率字典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ROE／ROA／NIM／EPS 依定義對齊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QA 驗證 · 技術深度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溫決策：數字可驗證、說法有出處、雙引擎交叉核對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計算驗證（GraphRAG）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公式驗證：自有資本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檢索驗證＋交叉核對（EAP）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發債計畫？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A：各子公司均向董事會申請發債額度，依市場狀況分批發行。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附出處可回溯，並與本地數值交叉核對。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① · 介面呈現 15% /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核心指標卡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門面數字加大，投影機也看得清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依財務意義分組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獲利／資本／資產品質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單位自動補全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五層推定，涵蓋率 97%，推定值標＊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誠實揭露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推不出單位就標「單位未標示」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懸停趨勢＋術語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六期 sparkline、白話定義 tooltip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②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億元對齊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絕對金額換算億元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標準比率對照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名稱不同也配得起來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雙序列圖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長條＋成長率折線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誠實揭露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點對齊看對應欄位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缺漏單位推定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漏標自動補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③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問答與報告（EAP 為主）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Hybrid RAG 對話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主引擎，答案走 EAP 平台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範圍鎖定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選定公司／期間，後續提問免重打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交叉驗證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數字與本地不符自動標紅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一鍵取正解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紅框可切回本地公式驗證值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Gemini 輔助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備援 LLM ＋ 一鍵匯出 Word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DEPLOYMENT &amp; INNOVATION · 整合創新 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部署架構與整合創新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短時間串成能跑、能 Demo、能部署的系統——具市場成熟度。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BENEFITS &amp; VALUE · 商業價值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效益與價值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誰在用、解決什麼、帶來什麼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使用者角色（B2B）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50292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商業模式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50292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SaaS 訂閱：投研平台加值模組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API 授權：券商／IR 系統介接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跨機構秒比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單位／術語自動對齊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17152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數字可信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公式計算＋驗證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看得懂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術語白話化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8552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17152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對話→Word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011680"/>
            <a:ext cx="146304" cy="182880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讓財報人人看得懂、可信、可比。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已上線（Render）· 公開網址即可使用 · 現場實機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4340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未來：延伸更多產業（不只金控）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更多語言的法說會、即時更新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從 Demo 走向可上線的投研工具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943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1093</Words>
  <Application>Microsoft Office PowerPoint</Application>
  <PresentationFormat>寬螢幕</PresentationFormat>
  <Paragraphs>276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2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Jenny Wang-王家蓁-奇唯-醫療科技研發處B</cp:lastModifiedBy>
  <cp:revision>2</cp:revision>
  <dcterms:created xsi:type="dcterms:W3CDTF">2013-01-27T09:14:16Z</dcterms:created>
  <dcterms:modified xsi:type="dcterms:W3CDTF">2026-07-20T09:23:56Z</dcterms:modified>
  <cp:category/>
</cp:coreProperties>
</file>