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顧問諮詢簡報 · CONSULTANT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6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1752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794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以 EAP 平台 Hybrid RAG 為主、Gemini 為輔　·　冷數據 → 溫決策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POSITIONING · 冷數據 → 溫決策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把散落的財報，變成可信的溫決策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用 EAP 平台 Hybrid RAG，讓數字與說法都可回溯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27685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85416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81528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68680" y="330098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209544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105656"/>
            <a:ext cx="6949440" cy="89611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432511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233672"/>
            <a:ext cx="58521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直接生成數字，決策不能靠猜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63840" y="2057400"/>
            <a:ext cx="3703320" cy="3639312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79" y="233172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我們的解方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2971800"/>
            <a:ext cx="3200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統一檢索＋計算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數字用公式算、可驗證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說法附出處、可回溯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冷數據 → 人人可用的溫決策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資料來源與處理流程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資料來源與處理流程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結構化＋非結構化，全流程解析、清洗、匯入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資料來源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86000"/>
            <a:ext cx="4937760" cy="11887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87752"/>
            <a:ext cx="164592" cy="164592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61288" y="2487168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結構化資料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5292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公開資訊觀測站財報數字（資產／負債／EPS…）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39312"/>
            <a:ext cx="4937760" cy="15544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950208"/>
            <a:ext cx="164592" cy="164592"/>
          </a:xfrm>
          <a:prstGeom prst="ellipse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61288" y="3849624"/>
            <a:ext cx="4297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非結構化資料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24528"/>
            <a:ext cx="4572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簡報 PDF → VLM 視覺解析成指標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· 法說會錄音 → STT 轉逐字稿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874519"/>
            <a:ext cx="5669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處理流程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228600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53328" y="2331720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取得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2331720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PDF／錄音／公開財報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3017520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53328" y="306323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解析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06323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VLM 讀圖成指標、STT 轉文字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852160" y="374903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379475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79475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切段、單位補全、標記累計／層級、術語對齊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852160" y="4480559"/>
            <a:ext cx="5696712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53328" y="4526279"/>
            <a:ext cx="1097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④ 匯入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526279"/>
            <a:ext cx="4297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策展成唯一節點後匯入 EAP 圖譜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金控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084832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084832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084832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4832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期間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529584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529584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29584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29584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974336" y="5486400"/>
            <a:ext cx="1298448" cy="8686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974336" y="5486400"/>
            <a:ext cx="1298448" cy="54864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74336" y="5577840"/>
            <a:ext cx="129844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74336" y="6062472"/>
            <a:ext cx="12984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① · 資料清洗與治理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資料治理：從碎片到唯一節點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解析出來還不夠——要策展成 AI 檢索不會出錯的結構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盤點問題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211 個同名 ROE 節點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數值掛在關係上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策展正規化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公司｜期間｜指標 唯一命名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累計別／層級／單位入欄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清空重建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專案重設為空白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1,255 筆策展資料重匯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驗證通過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各期指標各自答對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單位涵蓋率 86%→99.3%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重建後圖譜 1,266 節點／2,512 關連。同一指標不同期各自正確，檢索不再跨期誤配；並稽核出 92 筆「億元／十億元」量級誤判與 13 筆跨年度假成長率——這是 RAG 答案品質的根本前提。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② · 系統技術架構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語意知識網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Semantic Knowledge Network：Graph（精準）＋ Vector（語意）雙軌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自動審核／分析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法規／問答諮詢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平台操作與介面構想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平台操作與介面構想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EAP 平台使用 ＋ 我們的網頁介面，兩層並呈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48840"/>
            <a:ext cx="502920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後台匯入資料、建立 Hybrid RAG 對話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每指標唯一節點，修好跨期間誤答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串流輸出，先報進度再逐字顯示，等待有回饋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與本地不符自動標紅、一鍵取正解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查無資料時用本地逐字稿補上，來源標示清楚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2057400"/>
            <a:ext cx="5577840" cy="374903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89320" y="205740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190488" y="221284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46520" y="221284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702552" y="221284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86600" y="2130552"/>
            <a:ext cx="4297679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429000"/>
            <a:ext cx="484632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＋ 網頁介面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 EAP 平台／網頁截圖，或現場 Demo）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第一次諮詢重點 ③ · QA 測試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檢索驗證（EAP／VectorRAG）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每則答案附出處；交叉核對抓到平台換算差 10 倍並標紅。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① · 實際介接 API 的畫面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實際介接 EAP Hybrid RAG Chat 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把平台能力包裝成真正能用的產品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使用者提問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網頁輸入問題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勾選 EAP 回答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呼叫 EAP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POST /assistant/chat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帶專案 ID 與金鑰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平台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VectorRAG＋GraphRAG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跨公司查詢自動拆解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37559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9456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回網頁呈現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逐字串流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圖表由 Graph RAG 補上、心跳維持連線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02920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可延伸性：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同一組 Hybrid RAG Chat API，換個前端就能介接到物流系統、旅遊 App、企業 IR 等不同應用提案。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第二次諮詢重點 ② · 最終技術與應用之架構圖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最終部署架構與市場成熟度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短時間串成能跑、能 Demo、能部署的系統——具市場成熟度。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第二次諮詢重點 ③ · 產品／應用介面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產品／應用介面 Demo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專為目標受眾設計的最終互動畫面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19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核心指標、分組、趨勢、AI 觀點總結；支援觸控與鍵盤操作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031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21031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591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852927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億元對齊、標準比率對照、雙序列圖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19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Hybrid RAG 逐字串流、附圖、一鍵 Word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703320"/>
            <a:ext cx="5349240" cy="14173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703320"/>
            <a:ext cx="109728" cy="14173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95935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資料來源／上傳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453128"/>
            <a:ext cx="4846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收錄概況、逐字稿、PDF/錄音上傳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建議：此頁貼實機截圖＋紅框圈重點＋編號說明，或現場實機操作。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3A5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03120"/>
            <a:ext cx="146304" cy="173736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05740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29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把冷數據變成可信的溫決策。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840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資料驗證完成 · 技術架構奠定 · 已上線可介接——朝商業落地邁進。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7548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顧問 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