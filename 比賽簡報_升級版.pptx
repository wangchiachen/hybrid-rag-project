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第一金控——皆公開資料、跨機構結構相近，最能凸顯「難以並排比較」的真實痛點。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核心：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輔助：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Gemini（VLM／STT／備援 LLM）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讓 AI 只依證據回答，數字有公式、說法有出處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依檢索證據回答，嚴禁編造——這是能被投資決策採用的前提。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把資料整乾淨，AI 才不會答錯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附出處可回溯，並與本地數值交叉核對。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推不出單位就標「單位未標示」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懸停趨勢＋術語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sparkline、白話定義 tooltip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Hybrid RAG 對話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主引擎，答案走 EAP 平台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使用者角色（B2B）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1093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2</cp:revision>
  <dcterms:created xsi:type="dcterms:W3CDTF">2013-01-27T09:14:16Z</dcterms:created>
  <dcterms:modified xsi:type="dcterms:W3CDTF">2026-07-20T09:23:56Z</dcterms:modified>
  <cp:category/>
</cp:coreProperties>
</file>