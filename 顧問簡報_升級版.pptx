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顧問諮詢簡報 · CONSULTANT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以 EAP 平台 Hybrid RAG 為主、Gemini 為輔　·　冷數據 → 溫決策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POSITIONING · 冷數據 → 溫決策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把散落的財報，變成可信的溫決策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用 EAP 平台 Hybrid RAG，讓數字與說法都可回溯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7685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85416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81528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09544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656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32511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33672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直接生成數字，決策不能靠猜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057400"/>
            <a:ext cx="3703320" cy="3639312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3317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我們的解方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97180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統一檢索＋計算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數字用公式算、可驗證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說法附出處、可回溯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冷數據 → 人人可用的溫決策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資料來源與處理流程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結構化＋非結構化，全流程解析、清洗、匯入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8600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8775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4871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5292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50208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8496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19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233172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3317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01752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06323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74903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379475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79475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切段、單位補全、標記累計／層級、術語對齊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448055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452627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52627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策展成唯一節點後匯入 EAP 圖譜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84832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84832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4832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4832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9584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29584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74336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74336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資料清洗與治理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資料治理：從碎片到唯一節點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解析出來還不夠——要策展成 AI 檢索不會出錯的結構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盤點問題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211 個同名 ROE 節點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數值掛在關係上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策展正規化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公司｜期間｜指標 唯一命名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累計別／層級／單位入欄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清空重建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專案重設為空白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1,255 筆策展資料重匯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驗證通過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各期指標各自答對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單位涵蓋率 86%→99.3%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重建後圖譜 1,266 節點／2,512 關連。同一指標不同期各自正確，檢索不再跨期誤配；並稽核出 92 筆「億元／十億元」量級誤判與 13 筆跨年度假成長率——這是 RAG 答案品質的根本前提。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② · 系統技術架構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語意知識網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Semantic Knowledge Network：Graph（精準）＋ Vector（語意）雙軌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自動審核／分析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法規／問答諮詢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平台操作與介面構想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平台操作與介面構想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EAP 平台使用 ＋ 我們的網頁介面，兩層並呈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後台匯入資料、建立 Hybrid RAG 對話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每指標唯一節點，修好跨期間誤答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網頁介面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呼叫 EAP Chat API，包成財報工具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與本地不符自動標紅、一鍵取正解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查無資料時用本地逐字稿補上，來源標示清楚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577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05740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0488" y="221284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21284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2552" y="221284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3055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＋ 網頁介面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 EAP 平台／網頁截圖，或現場 Demo）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QA 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每則答案附出處，可回溯查證。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① · 實際介接 API 的畫面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實際介接 EAP Hybrid RAG Chat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把平台能力包裝成真正能用的產品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使用者提問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網頁輸入問題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勾選 EAP 回答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呼叫 EAP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POST /assistant/chat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帶專案 ID 與金鑰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平台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VectorRAG＋GraphRAG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跨公司查詢自動拆解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回網頁呈現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Markdown 渲染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圖表由 Graph RAG 補上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可延伸性：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同一組 Hybrid RAG Chat API，換個前端就能介接到物流系統、旅遊 App、企業 IR 等不同應用提案。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第二次諮詢重點 ② · 最終技術與應用之架構圖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最終部署架構與市場成熟度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③ · 產品／應用介面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產品／應用介面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專為目標受眾設計的最終互動畫面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核心指標、分組、趨勢、AI 觀點總結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億元對齊、標準比率對照、雙序列圖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對話、附圖、一鍵 Word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資料來源／上傳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收錄概況、逐字稿、PDF/錄音上傳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建議：此頁貼實機截圖＋紅框圈重點＋編號說明，或現場實機操作。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146304" cy="173736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把冷數據變成可信的溫決策。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資料驗證完成 · 技術架構奠定 · 已上線可介接——朝商業落地邁進。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顧問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