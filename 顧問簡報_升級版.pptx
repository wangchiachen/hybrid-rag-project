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切段、單位補全、標記累計／層級、術語對齊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策展成唯一節點後匯入 EAP 圖譜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資料清洗與治理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資料治理：從碎片到唯一節點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解析出來還不夠——要策展成 AI 檢索不會出錯的結構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盤點問題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211 個同名 ROE 節點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數值掛在關係上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策展正規化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公司｜期間｜指標 唯一命名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累計別／層級／單位入欄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清空重建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專案重設為空白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1,255 筆策展資料重匯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驗證通過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各期指標各自答對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單位涵蓋率 86%→99.3%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重建後圖譜 1,266 節點／2,512 關連。同一指標不同期各自正確，檢索不再跨期誤配；並稽核出 92 筆「億元／十億元」量級誤判與 13 筆跨年度假成長率——這是 RAG 答案品質的根本前提。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每指標唯一節點，修好跨期間誤答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串流輸出，先報進度再逐字顯示，等待有回饋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與本地不符自動標紅、一鍵取正解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查無資料時用本地逐字稿補上，來源標示清楚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無效比較攔截　平台拿全年累計比首季時標示，本地計算直接不給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/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部分驗證揭露　驗過幾筆、哪幾筆本地沒有，畫面上分得清楚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/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計算驗證（本地指標庫）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每則答案附出處；攔下 10 倍換算錯與累計跨季亂比。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逐字串流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圖表由本地指標庫補上、心跳維持連線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觀點總結；支援觸控與鍵盤操作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逐字串流、附圖、一鍵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