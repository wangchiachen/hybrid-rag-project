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1,255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86%→99.3%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1,266 節點／2,512 關連。同一指標不同期各自正確，檢索不再跨期誤配；並稽核出 92 筆「億元／十億元」量級誤判與 13 筆跨年度假成長率——這是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串流輸出，先報進度再逐字顯示，等待有回饋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查無資料時用本地逐字稿補上，來源標示清楚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計算驗證（本地指標庫）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每則答案附出處；交叉核對抓到平台換算差 10 倍並標紅。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逐字串流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圖表由本地指標庫補上、心跳維持連線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觀點總結；支援觸控與鍵盤操作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逐字串流、附圖、一鍵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