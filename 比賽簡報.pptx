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28600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比賽簡報 · FINAL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874519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063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Hybrid RAG 財報分析系統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EAP 平台 Hybrid RAG（主）＋ Gemini（輔）＋ AI Agent 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B0CC"/>
                </a:solidFill>
                <a:latin typeface="Microsoft JhengHei"/>
                <a:ea typeface="Microsoft JhengHei"/>
                <a:cs typeface="Microsoft JhengHei"/>
              </a:rPr>
              <a:t>團隊名稱：＿＿＿＿＿＿　｜　2026 競賽 · 決賽簡報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TEAM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團隊介紹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團隊成員、背景與分工（請填入實際內容）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3200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233172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分工：系統架構／後端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965960"/>
            <a:ext cx="3429000" cy="3200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56148" y="233172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3957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383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4023360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分工：前端網頁／視覺化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965960"/>
            <a:ext cx="3429000" cy="32004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69196" y="233172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2395728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3832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023360"/>
            <a:ext cx="2697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分工：資料處理／Demo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問題定義 — 外部資訊落差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投資人與分析師每季重複耗時的痛點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21408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財報資訊散落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 簡報、法說會錄音、公開資訊觀測站，格式全不同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80944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2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術語各家不一致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「手續費淨收益」vs「淨手續費收入」——同義卻配不起來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0208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142232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059936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跨機構不能直接比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單位不同（百萬／十億／億），數字並排會誤導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19472"/>
            <a:ext cx="70408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29200"/>
            <a:ext cx="6035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一般人看不懂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ROE、NIM、資本適足率…專業術語門檻高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11680"/>
            <a:ext cx="3611880" cy="3803904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為什麼重要？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3063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散戶：想比較卻沒工具、看不懂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分析師／IR：每季手動整理，費時易錯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資訊落差 = 決策風險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把公開資料變成人人可用的洞察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DATASET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資料集介紹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為什麼選金控財報：公開、可比、痛點明確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340864"/>
            <a:ext cx="182880" cy="1828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財報簡報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346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VLM 逐頁解析成指標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0600" y="2340864"/>
            <a:ext cx="182880" cy="182880"/>
          </a:xfrm>
          <a:prstGeom prst="ellipse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法說會錄音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8346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STT 轉逐字稿 → 語意索引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2340864"/>
            <a:ext cx="182880" cy="182880"/>
          </a:xfrm>
          <a:prstGeom prst="ellipse">
            <a:avLst/>
          </a:prstGeom>
          <a:solidFill>
            <a:srgbClr val="2E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公開資訊觀測站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財報數字（資產／負債／EPS）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金控機構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1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1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1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期間季度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1,104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結構化指標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1976" y="3977639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416052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313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495604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語意段落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中信 · 國泰 · 玉山 · 第一金控——皆為公開資料，跨機構結構相近、最能凸顯「難以並排比較」的真實痛點。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ARCHITECTURE · 技術應用深度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系統技術架構 — 語意知識網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以 EAP 平台 Hybrid RAG 為核心引擎，Gemini 輔助解析與備援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使用者問題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自然語言提問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自動辨識公司／期間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2384" y="3337559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8144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② AI Agent 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判斷該算數字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還是找說法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3337559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2E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③ EAP Hybrid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VectorRAG 語意檢索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GraphRAG 精準計算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4816" y="3337559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0576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④ 整合一致答案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附數字驗證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＋趨勢圖／報告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核心：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 Hybrid RAG（VectorRAG＋GraphRAG）</a:t>
            </a:r>
            <a:r>
              <a:rPr sz="15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　｜　輔助：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Gemini（VLM 解析／STT 轉錄／備援 LLM）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1500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1558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數值一律由 GraphRAG 以公式計算，不是 LLM 生成——可信、可驗證、可稽核。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技術亮點 ① · GraphRAG（EAP）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精準計算，數字可信可驗證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434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LLM 直接產生的財務數字可能幻覺、算錯，投資決策不能靠猜。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965960"/>
            <a:ext cx="569671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889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公式計算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數值由 GraphRAG 以公式算出，非 LLM 生成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公式驗證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答案附「✓ 公式驗證」讓人放心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累計防呆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年初至今累計，跨季不亂比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變化率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QoQ／YoY 自動算，台灣慣例上紅下綠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技術亮點 ② · 跨機構對齊＋中文檢索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術語不一致？照樣對得起來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434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各家用詞不同、金額單位不同；且平台預設英文 embedding 對中文檢索不準。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965960"/>
            <a:ext cx="5696712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8892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標準比率字典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ROE／ROA／NIM／EPS 用定義對齊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金額換算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自動統一換算成億元再比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中文關鍵字混合檢索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解決英文 embedding 對中文不準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高精確度優先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寧可少配、也不配錯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QA 驗證 · 技術深度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QA 測試：檢索＋計算驗證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把冷數據變成可信的溫決策——數字可驗證、說法有出處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94960" cy="379476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計算驗證（Graph RAG）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Q：中信金控的 ROE 是多少？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A：股東權益報酬率 =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18.32%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4846320" cy="118872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C6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公式驗證：自有資本 ÷ 股東權益計算，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非 LLM 生成，可信、可稽核。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5376672" cy="379476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② 檢索驗證（EAP／Vector RAG）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743200"/>
            <a:ext cx="4828032" cy="640080"/>
          </a:xfrm>
          <a:prstGeom prst="roundRect">
            <a:avLst>
              <a:gd name="adj" fmla="val 8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 2025Q2 的發債計畫？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A：各子公司（金控／銀行／保險）均向董事會申請發債額度，依市場狀況分批發行。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709160"/>
            <a:ext cx="482803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8006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📄 來源：中信金控 2025Q2 法說會錄音 #4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每則答案都附出處，可回溯查證。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① · 介面呈現 15% /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核心指標卡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門面數字加大，投影機也看得清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依財務意義分組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獲利／資本／資產品質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懸停看趨勢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六期 sparkline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AI 觀點總結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一句話結論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 tooltip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白話定義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（此處貼實機截圖，或現場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② ·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億元對齊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絕對金額換算億元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標準比率對照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名稱不同也配得起來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雙序列圖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長條＋成長率折線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誠實揭露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點對齊看對應欄位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缺漏單位推定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漏標自動補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（此處貼實機截圖，或現場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DEMO ③ · Demo 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問答與報告（EAP 為主）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Hybrid RAG 對話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主要走 EAP 平台回答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Gemini 輔助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備援 LLM，一鍵切換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答案附圖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牽涉指標自動畫趨勢圖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自動辨識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公司／期間打在問題裡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 Word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真表格＋嵌圖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（此處貼實機截圖，或現場 Demo）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整合創新 15% · 技術落地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部署架構與整合創新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已上線、可介接、以 Vibe Coding 串接多個 API 的完整系統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使用者瀏覽器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304288"/>
            <a:ext cx="502920" cy="50292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214884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2540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377440"/>
            <a:ext cx="2880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雲端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FastAPI 前後端同源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0840" y="2304288"/>
            <a:ext cx="502920" cy="50292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20" y="214884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14884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平台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14884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14884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Gemini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770632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770632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ChromaDB 向量庫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770632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770632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Graph 指標資料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RAG（Vector＋Graph）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2152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VLM／STT／備援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向量語意檢索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4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python-docx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一鍵 Word 報告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8523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已上線：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公開網址即可使用（Render）；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 Chat API 可介接投研平台／券商 App／企業 IR／物流／旅遊 App。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以 Vibe Coding（自然語言開發）短時間串成能跑、能 Demo、能部署的系統——具市場成熟度。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BENEFITS &amp; VALUE · 應用情境與商業價值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效益與價值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誰在用、解決什麼、帶來什麼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使用者角色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散戶投資人：看不懂也能秒比較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分析師／研究員：省下手動整理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金控 IR／財務：快速跨機構對標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財經學生：互動學習真實財報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商業應用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券商投顧、投資理財平台加值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企業 IR 對標與內部分析工具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01168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跨機構秒比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803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單位／術語自動對齊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201168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數字可信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28803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公式計算＋驗證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25196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看得懂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1206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術語白話化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425196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45262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51206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對話→Word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28016" cy="182880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 EAP Hybrid RAG 為核心，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讓財報人人看得懂、可信、可比。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已上線（Render）· 公開網址即可使用 · 現場實機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343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未來：延伸更多產業（不只金控）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更多語言的法說會、即時更新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從 Demo 走向可上線的投研工具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　·　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