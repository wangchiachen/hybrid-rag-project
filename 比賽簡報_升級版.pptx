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　｜　林○○　余○○　魏○○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342900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投研與 IR 每季重複耗時、易錯的真實痛點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傳統工具與一般 LLM 都解決不了「精準 ＋ 可信」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為什麼選金控財報：公開、可比、痛點明確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1,104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 · 第一金控——皆公開資料、跨機構結構相近，最能凸顯「難以並排比較」的真實痛點。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Data：Graph（精準）＋ Vector（語意）雙軌並行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核心＝EAP 平台 Hybrid RAG；Gemini 輔助解析與備援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核心：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輔助：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Gemini（VLM／STT／備援 LLM）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 GraphRAG 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一句問題，經四道工序變成可信答案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讓 AI 只依證據回答，數字有公式、說法有出處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依檢索證據回答，嚴禁編造——這是能被投資決策採用的前提。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GraphRAG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 GraphRAG 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累計防呆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年初至今累計，跨季不亂比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跨機構對齊＋中文檢索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術語不一致？照樣對得起來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各家用詞不同、金額單位不同；平台預設英文 embedding 對中文檢索不準。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用定義對齊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金額換算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自動統一換算成億元再比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中文關鍵字混合檢索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解決英文 embedding 對中文不準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高精確度優先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寧可少配、也不配錯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檢索驗證（EAP／VectorRAG）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每則答案附出處，可回溯查證。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懸停看趨勢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觀點總結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一句話結論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 tooltip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白話定義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Hybrid RAG 對話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主要走 EAP 平台回答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Gemini 輔助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備援 LLM，一鍵切換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答案附圖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牽涉指標自動畫趨勢圖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自動辨識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公司／期間打在問題裡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 Word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真表格＋嵌圖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使用者角色（B2B）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